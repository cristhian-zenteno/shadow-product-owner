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One-Click Checkout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Requirements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a customer, I want to complete my purchase with a single click</a:t>
            </a:r>
          </a:p>
          <a:p>
            <a:r>
              <a:t>So that I can checkout faster and reduce cart abandonment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